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D1C1CE-358C-814A-8143-C8C30B41BB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5C1725-94DC-32A9-1366-E6C6282EE4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5A178-1D4C-4CB9-A977-82ED353B16EB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1EE26-57B7-6D21-2FC5-14F21BBEB1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6DC0E-4803-FF94-8484-03B65E728F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F2513-3B38-4685-B534-29249007F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801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1B86C-547A-4611-BAE9-ABE2DEE60827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457AF-6C75-4DEA-9DA5-5AC1F363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32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1CDB-D408-7A37-3F9B-7175E848C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AD8B0-9C1A-840C-13D9-845E58A49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D9422-F7BE-9ACA-FE54-EBEA9F2F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3CB74-D909-41E6-9C28-38BEB4450D85}" type="datetime1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673C-67F6-6B9C-A1D1-78457171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0ACDB-019A-0924-6AC0-707A8055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94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1E905-924A-4543-8795-33678D2D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52E50-FE19-A7EE-F5D1-4F5B2322A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CD699-C36A-05D0-8C79-3C53A898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A44B-FBEC-4C69-BF5A-EE283556A4F6}" type="datetime1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DC3D4-D787-E6B7-755E-98A88B34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ED9BE-2345-EBC1-FBC8-E9AEF3A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86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96FB-8746-B53B-5E7B-9977CC75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A60C7-4B18-B386-76E3-C337ED903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44320-BD0A-5D20-6476-D6EDB983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315-CBB2-4CAA-A1D0-5EB885E13D6E}" type="datetime1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EBE26-5026-2DA2-9931-989394656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CE634-94E8-AEB9-80F0-2CFA3A48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56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E67B-3D97-7742-D1A7-241493FD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CE13A-D702-685E-CE0C-6FB2BDAA5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A1E55-1751-94D0-63C8-8C4D67E0A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19D09-35CB-5223-C70C-AFE726C9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69720-6D5F-46C0-B74C-2DCE26C1302E}" type="datetime1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C2DE6-0AE3-860F-7AB3-8EE6D18E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18605-5D8E-4B40-F4BD-141A9A66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6869-098F-0CA3-2BEF-DC856A96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BEA27-DF4A-089B-4FF7-A820CEAA9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C1D4-035C-29FD-719C-57DB1B970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36B4B-1FCE-4B7B-BA3A-D022DBA9A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3E73D-645F-AD23-7B75-906FEBF6A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8F0B5-1066-58C2-C754-984BF087B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4DF90-3C93-4CAE-A3EF-2490AEFADFB2}" type="datetime1">
              <a:rPr lang="en-IN" smtClean="0"/>
              <a:t>19-03-2025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C575B-9633-9CEB-639D-DE6C6DB0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27655-FDDB-8C1B-1D31-0EC83262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70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A00A-1BD8-1077-F0F3-87F45AD0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29731-9F06-2A2D-D0F5-C3A3601C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39-B0B0-4A88-8BE4-A4E17D7EECE5}" type="datetime1">
              <a:rPr lang="en-IN" smtClean="0"/>
              <a:t>19-03-2025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EC4F-D99B-84D2-0A37-EB07B619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6FD1A-A7EF-E1E5-2295-15F3575C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29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D94A97-27AC-E031-8F56-55FD02C0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E72-64D0-4421-83F7-9041FFC65E8F}" type="datetime1">
              <a:rPr lang="en-IN" smtClean="0"/>
              <a:t>19-03-2025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7CBE51-5099-8CA5-3F82-E929C0C1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D1033-D83A-2FDE-73E8-0CB25D89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25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3BF5-503C-D8CF-96BB-125EE264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7275D-EC84-91C7-7321-3AAFCEE12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4CBDC-234F-DAD0-92C5-FBE62F1D1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91754-8CBD-925C-434B-863DC4217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134D8-98B6-4C56-8F68-60D852FF7C13}" type="datetime1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E7F3C-FBD7-F0A5-FBF2-D1C8F162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17B02-D4DA-52FF-445C-92D5ED76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68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BBF2-CDFF-13E0-4816-D27A7F20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F83FE-5E33-EC27-5E88-FAA844986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7D76B-BDF0-DB85-E7FC-E295F1B4A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06FF1-C212-F7E9-DA6B-B599E737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62B-50E6-4D90-8E94-D61CDCDE6B68}" type="datetime1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69B79-A9FA-8A5C-64C3-81840302B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C73EE-972F-D9CA-DE06-B8B0FEE7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07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E96A-F0AF-8006-02A5-2237A5594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5DCFC-44D8-0E66-B067-7C97D5792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9BCE4-DA2F-F47A-E799-5ABA8520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CAE1-7313-49AD-95B6-9808AAD41B47}" type="datetime1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869C8-BE7B-D1A2-C13C-8B940605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AC0A2-6B3A-9B8F-E4CF-3274C7EB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7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9E8CA-2D6E-13C8-7A5A-5618EC8AD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B8AC0-15AD-F0EB-BEA0-7203F14F5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12701-1ECC-946D-CAEA-6CC52FA9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2B3C-C8DE-49FE-8F38-1A813E976DCC}" type="datetime1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4C6CB-D614-2F10-B7C7-2E207DEC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BE7D6-5BB5-DDE1-B99F-D56245C1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44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CC9A7D-8378-AB70-73A5-E89C960CE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2A76A-73F7-93D3-7316-BD862B67F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DC915-6A57-C578-2207-181D4807F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71A99-818C-4B8D-9306-FB59E471ECF8}" type="datetime1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ABA3A-DBAA-6E35-0CB5-39E52CF2A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CMD TypeSwift Typing Tutor in 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20C7-DA2F-0EB1-9637-52350809B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F6FB7-8D38-4363-B6ED-B85ED191F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9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BB0E-E428-EA98-9905-3DA37F2E1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6505"/>
            <a:ext cx="9144000" cy="1712495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TUTOR IN C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SPECIFICATIONS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21949-7635-240E-4805-F5D90D26B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1559"/>
            <a:ext cx="9144000" cy="2701860"/>
          </a:xfrm>
        </p:spPr>
        <p:txBody>
          <a:bodyPr>
            <a:normAutofit/>
          </a:bodyPr>
          <a:lstStyle/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Krishnapriya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Group: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Athul Babu K (NIE22CS019)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Sobin Seby (NIE22CS047)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Sojo Jenson (NIE22CS048)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C1D7A-4CFD-E60D-2157-CD2CA7019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14582"/>
            <a:ext cx="3192379" cy="85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9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DD57-E8C2-698D-715F-FCA4C8B8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4DB77-8BAD-3439-4AFB-E48FF5213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2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present the design considerations and system architecture of  the typing tutor software.</a:t>
            </a:r>
          </a:p>
          <a:p>
            <a:pPr marL="457200" indent="-457200" algn="just">
              <a:lnSpc>
                <a:spcPct val="17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explain the development methods and tools used in the project.</a:t>
            </a:r>
          </a:p>
          <a:p>
            <a:pPr marL="457200" indent="-457200" algn="just">
              <a:lnSpc>
                <a:spcPct val="2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showcase the user interface design and system components.</a:t>
            </a:r>
          </a:p>
          <a:p>
            <a:pPr marL="457200" indent="-457200" algn="just">
              <a:lnSpc>
                <a:spcPct val="2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highlight the key features and functionalities of the application.</a:t>
            </a:r>
          </a:p>
          <a:p>
            <a:pPr marL="457200" indent="-457200" algn="just">
              <a:lnSpc>
                <a:spcPct val="21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FD22A-EA24-2E49-E137-786F03C3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9D716-CF3B-CB48-E7B4-5535B384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38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25FB-BC3C-3D63-BB79-D1CA56AA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OF THE PROJECT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9B6-4BC1-FE60-5531-1824328D6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503046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CMD TypeSwift?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terminal-based typing tutor for programmers.</a:t>
            </a:r>
          </a:p>
          <a:p>
            <a:pPr lvl="1"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typing speed and accuracy while learning programming concepts.</a:t>
            </a:r>
          </a:p>
          <a:p>
            <a:pPr algn="just"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lvl="1"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feedback, error tracking, speed analysis, and ability to lessons.</a:t>
            </a:r>
          </a:p>
          <a:p>
            <a:pPr algn="just"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</a:p>
          <a:p>
            <a:pPr lvl="1"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Programmers and anyone learning computer science who prefer command-line interfaces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7BF89-A7E4-15B8-0BB5-0A0FAFD1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3D01A-7F4E-7BDF-BE38-8CBA2174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65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8AAF-E9DB-ACEC-2D01-0CD7AA91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TOOLS AND SELECTION RATIONALE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6FD97-8C6E-8933-A90A-06D27559F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536170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lvl="1" algn="just">
              <a:lnSpc>
                <a:spcPct val="16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 Compiler: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compiling C code.</a:t>
            </a:r>
          </a:p>
          <a:p>
            <a:pPr lvl="1" algn="just">
              <a:lnSpc>
                <a:spcPct val="16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collaboration and version control.</a:t>
            </a:r>
          </a:p>
          <a:p>
            <a:pPr lvl="1" algn="just">
              <a:lnSpc>
                <a:spcPct val="16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GNOME Terminal,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xterm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uxterm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terminal compatibility.</a:t>
            </a:r>
          </a:p>
          <a:p>
            <a:pPr lvl="1" algn="just">
              <a:lnSpc>
                <a:spcPct val="16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 Scripting: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installation and uninstallation scripts.</a:t>
            </a:r>
          </a:p>
          <a:p>
            <a:pPr algn="just">
              <a:lnSpc>
                <a:spcPct val="17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Rationale:</a:t>
            </a:r>
          </a:p>
          <a:p>
            <a:pPr lvl="1" algn="just">
              <a:lnSpc>
                <a:spcPct val="16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GCC: Robust and widely supported.</a:t>
            </a:r>
          </a:p>
          <a:p>
            <a:pPr lvl="1" algn="just">
              <a:lnSpc>
                <a:spcPct val="16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Git: Industry standard for version control and collaboration.</a:t>
            </a:r>
          </a:p>
          <a:p>
            <a:pPr lvl="1" algn="just">
              <a:lnSpc>
                <a:spcPct val="16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Emulators: Widespread adoption among programmers.</a:t>
            </a:r>
          </a:p>
          <a:p>
            <a:pPr lvl="1" algn="just">
              <a:lnSpc>
                <a:spcPct val="16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Bash: For simple and effective scripting.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9853A-E673-0D04-4C3B-7B3D1FA2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5D8E7-E6BF-84F1-7D91-EE90535C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7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CD8D-8F0B-B3C1-94E8-774555613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CA10D-74F3-48F3-77C1-3AB378D1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840"/>
            <a:ext cx="10515600" cy="484251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lessons with real-time feedback.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tracking (CPM and WPM).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tracking  and session results.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add custom lessons via ‘myown.txt’.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Considerations: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efficient.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Terminal-based for Unix-like systems.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user feedback and customization.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0E24A-5B14-F2A8-4211-F9D661B2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364D0-D843-10CF-E96E-ABE56B51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91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3BAA-800B-9D61-0DF6-5CC55E13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1998F-2CE6-B717-71B9-9312A4B87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and Dependencies: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Unix-like OS(Linux, macOS)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terminal emulator (GNOME Terminal,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xterm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uxterm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 Compiler for C code.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Constraints: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hardware requirements.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Unix-like environment and command-line familiarity.</a:t>
            </a:r>
          </a:p>
          <a:p>
            <a:pPr lvl="1"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C0069-E951-4D76-A512-601132E4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DF5AD-896F-B4A3-59A1-61BDC041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86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F454-2243-0630-AD83-7DDCAE28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7C9-B814-3680-EAF4-DA39A1BA8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Programming: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divided into modules (UI, lesson manager, error tracker, etc.).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Test-Driven Development (TDD):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 for each module to ensure reliability.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8D94-5A97-E25D-14F6-74E28D52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3F368-C4BA-2A83-AED0-DE6A86A8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734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56BF-4E3D-E4EE-EEC8-A133E85F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29DD8-0033-36E7-AD62-8AE0EC59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Overview: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(UI):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interaction and feedback.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Manager: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lesson loading and selection.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Tracker: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error in real-time.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Analyzer: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typing speed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Sesson Logger: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session details to be displayed later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Interaction: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interacts with lesson manager, error tracker, and speed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logger records details during each session.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9E8C2-121F-46CA-6539-280AB1B8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303D1-391E-06AD-DCEF-21835E8A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291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9010-511D-431A-B1FE-6A645429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SYSTEM DESIGN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9A268-0B97-1051-4222-E4531DB62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(UI):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Terminal-based with colour-coded feedback.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like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typswt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–help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typswt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mkuser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Manager: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lessons from predefined or user-defined files.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Tracker: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and logs errors in real-time.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Analyzer: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Characters Per Minute (CPM) and  Words Per Minute (WPM).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Logger: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session details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2DA74-F9E1-E97E-5B4A-B5A41FC1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964E2-E39B-14E0-89B5-341973FD5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74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FD80-FC00-48BF-D4CA-AB944213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DIAGRAMS: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70427-12E3-C1E7-8610-4B14A89CE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480"/>
            <a:ext cx="10515600" cy="4876483"/>
          </a:xfrm>
        </p:spPr>
        <p:txBody>
          <a:bodyPr/>
          <a:lstStyle/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468260-79A7-BBC3-C5EC-CF93ABA9E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1" t="17926" r="11049" b="16000"/>
          <a:stretch/>
        </p:blipFill>
        <p:spPr>
          <a:xfrm>
            <a:off x="2696325" y="1300480"/>
            <a:ext cx="6162040" cy="505587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ECB6D-BB62-4234-2161-63D3A920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C47B-5A7F-1125-4F56-CF23D5C2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847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9C51-7730-6B9D-9A7F-21E284DA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DIAGRAMS: Activity Diagram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7C34F5-6511-1B83-4523-827138338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0" y="1278967"/>
            <a:ext cx="5273039" cy="495272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DDB41B-541C-5853-407F-16EF09DB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5CC35-AD16-EDF2-006D-FCE762EF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736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D5F6-0BCD-85BE-A13C-BAA94747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DIAGRAMS: Class Diagram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10960D-A65A-4AC3-FF22-C3763185C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327" y="1486376"/>
            <a:ext cx="8077200" cy="487108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13420-FC01-F3DF-3BB3-97C6899C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78220-5F79-B87E-A5B4-B4A963BB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35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C13E-C320-A443-A84F-CAB92D81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(UI) AND USER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BFA78-636B-14A5-6F05-36F992386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360"/>
            <a:ext cx="10515600" cy="469360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Screens: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menu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available commands and options.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Selection: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select a lesson.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Session: 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Displays lesson text with real-time feedback.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Summary: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errors, speed, and time.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Roles: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start with basic lessons.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Experienced Users: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add custom lessons.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manage lesson files and system settings.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4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110F5-A453-1CC8-3CE9-68AD491D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3A3CF-0D8B-F3D8-B7A9-F8EFBBFF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242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A9DF-5C56-BA3A-2043-8F8F6E61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MODELS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1A140-996F-A13A-1C1E-D1B3EDE7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AA0BB-B7BA-7ED5-EEEB-1D482B1B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14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DF025D2-853B-E5C8-224A-C738D5A7E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8"/>
          <a:stretch/>
        </p:blipFill>
        <p:spPr>
          <a:xfrm>
            <a:off x="1540324" y="1690688"/>
            <a:ext cx="9195399" cy="4500130"/>
          </a:xfrm>
        </p:spPr>
      </p:pic>
    </p:spTree>
    <p:extLst>
      <p:ext uri="{BB962C8B-B14F-4D97-AF65-F5344CB8AC3E}">
        <p14:creationId xmlns:p14="http://schemas.microsoft.com/office/powerpoint/2010/main" val="716420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3C1E-DAD6-5933-5466-30C9B5F4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MODELS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62585F-EEBC-9E5E-33FE-1372F8B35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" b="4038"/>
          <a:stretch/>
        </p:blipFill>
        <p:spPr>
          <a:xfrm>
            <a:off x="1681639" y="1676833"/>
            <a:ext cx="8744697" cy="440531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669E1-9A12-98EE-A5E3-E085220C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DBD4D-DF40-1765-75FB-2617C35F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634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BDC2-ECDB-E472-6469-2A79BA16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4234F-C4BA-7350-5FCC-13A3B30F1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200000"/>
              </a:lnSpc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Recap of Objectives: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Presented the design considerations and system architecture.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Explained the development methods and tools used.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Showcased the user interface design and system components.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Highlighted the key features and functionalities.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76E69-205E-BC81-08C5-9BDB62C8B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02088-8119-F8EF-A71A-ADCA2500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378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D691-694B-4B8D-6A88-E40F07AFC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510"/>
            <a:ext cx="10515600" cy="335280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181E-CF96-1CE2-690F-8C70E920F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0545"/>
            <a:ext cx="10515600" cy="1466418"/>
          </a:xfrm>
        </p:spPr>
        <p:txBody>
          <a:bodyPr/>
          <a:lstStyle/>
          <a:p>
            <a:pPr marL="0" indent="0" algn="ctr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53DE8-2200-A92A-5F93-9B9ABB0D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CMD TypeSwift Typing Tutor in 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F46CD-F33F-9398-6F0C-59714E13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6FB7-8D38-4363-B6ED-B85ED191F3D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9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743</Words>
  <Application>Microsoft Office PowerPoint</Application>
  <PresentationFormat>Widescreen</PresentationFormat>
  <Paragraphs>130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Office Theme</vt:lpstr>
      <vt:lpstr>TYPING TUTOR IN C  SOFTWARE DESIGN SPECIFICATIONS </vt:lpstr>
      <vt:lpstr>OBJECTIVES</vt:lpstr>
      <vt:lpstr>ABSTRACT OF THE PROJECT</vt:lpstr>
      <vt:lpstr>PROPOSED TOOLS AND SELECTION RATIONALE</vt:lpstr>
      <vt:lpstr>SYSTEM OVERVIEW</vt:lpstr>
      <vt:lpstr>DESIGN CONSIDERATIONS</vt:lpstr>
      <vt:lpstr>DEVELOPMENT METHODS</vt:lpstr>
      <vt:lpstr>SYSTEM ARCHITECTURE</vt:lpstr>
      <vt:lpstr>DETAILED SYSTEM DESIGN</vt:lpstr>
      <vt:lpstr>UML DIAGRAMS: Use Case Diagram</vt:lpstr>
      <vt:lpstr>UML DIAGRAMS: Activity Diagram</vt:lpstr>
      <vt:lpstr>UML DIAGRAMS: Class Diagram</vt:lpstr>
      <vt:lpstr>INTERFACES (UI) AND USER ROLES</vt:lpstr>
      <vt:lpstr>UI MODELS</vt:lpstr>
      <vt:lpstr>UI MODELS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Athul Babu K</dc:creator>
  <cp:lastModifiedBy>Athul Babu K</cp:lastModifiedBy>
  <cp:revision>12</cp:revision>
  <dcterms:created xsi:type="dcterms:W3CDTF">2025-03-02T23:52:31Z</dcterms:created>
  <dcterms:modified xsi:type="dcterms:W3CDTF">2025-03-19T00:50:59Z</dcterms:modified>
</cp:coreProperties>
</file>